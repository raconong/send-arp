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theme/theme10.xml" ContentType="application/vnd.openxmlformats-officedocument.theme+xml"/>
  <Override PartName="/ppt/slideLayouts/slideLayout19.xml" ContentType="application/vnd.openxmlformats-officedocument.presentationml.slideLayout+xml"/>
  <Override PartName="/ppt/theme/theme11.xml" ContentType="application/vnd.openxmlformats-officedocument.theme+xml"/>
  <Override PartName="/ppt/slideLayouts/slideLayout20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</p:sldMasterIdLst>
  <p:sldIdLst>
    <p:sldId id="256" r:id="rId13"/>
  </p:sldIdLst>
  <p:sldSz cx="10080625" cy="5670550"/>
  <p:notesSz cx="7772400" cy="10058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4" d="100"/>
          <a:sy n="94" d="100"/>
        </p:scale>
        <p:origin x="86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5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6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8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9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able 1"/>
          <p:cNvGraphicFramePr/>
          <p:nvPr>
            <p:extLst>
              <p:ext uri="{D42A27DB-BD31-4B8C-83A1-F6EECF244321}">
                <p14:modId xmlns:p14="http://schemas.microsoft.com/office/powerpoint/2010/main" val="2246078017"/>
              </p:ext>
            </p:extLst>
          </p:nvPr>
        </p:nvGraphicFramePr>
        <p:xfrm>
          <a:off x="5333760" y="1786680"/>
          <a:ext cx="4542120" cy="1463040"/>
        </p:xfrm>
        <a:graphic>
          <a:graphicData uri="http://schemas.openxmlformats.org/drawingml/2006/table">
            <a:tbl>
              <a:tblPr/>
              <a:tblGrid>
                <a:gridCol w="101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Ed:2c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26:66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155.20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26:66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Ed:2c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1.1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155.20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" name="Table 2"/>
          <p:cNvGraphicFramePr/>
          <p:nvPr>
            <p:extLst>
              <p:ext uri="{D42A27DB-BD31-4B8C-83A1-F6EECF244321}">
                <p14:modId xmlns:p14="http://schemas.microsoft.com/office/powerpoint/2010/main" val="646868120"/>
              </p:ext>
            </p:extLst>
          </p:nvPr>
        </p:nvGraphicFramePr>
        <p:xfrm>
          <a:off x="3750120" y="4147200"/>
          <a:ext cx="6177600" cy="1219200"/>
        </p:xfrm>
        <a:graphic>
          <a:graphicData uri="http://schemas.openxmlformats.org/drawingml/2006/table">
            <a:tbl>
              <a:tblPr/>
              <a:tblGrid>
                <a:gridCol w="101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72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58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560">
                <a:tc>
                  <a:txBody>
                    <a:bodyPr/>
                    <a:lstStyle/>
                    <a:p>
                      <a:endParaRPr lang="en-US" sz="14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ARP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14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Ed:2c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Ff:ff</a:t>
                      </a:r>
                      <a:endParaRPr lang="en-US" sz="12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Ed:2c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155:20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00:00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155:135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26:66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Ed:2c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26:66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155:135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Ed:2c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2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155:20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CustomShape 3"/>
          <p:cNvSpPr/>
          <p:nvPr/>
        </p:nvSpPr>
        <p:spPr>
          <a:xfrm>
            <a:off x="5359680" y="1463040"/>
            <a:ext cx="451548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ICMP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749040" y="3840480"/>
            <a:ext cx="616176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ARP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CustomShape 5"/>
          <p:cNvSpPr/>
          <p:nvPr/>
        </p:nvSpPr>
        <p:spPr>
          <a:xfrm>
            <a:off x="1645920" y="91440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gateway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altLang="ko-KR" dirty="0"/>
              <a:t>f2:b1:08:dc:26:66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altLang="ko-KR" dirty="0"/>
              <a:t>10.164.155.135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CustomShape 6"/>
          <p:cNvSpPr/>
          <p:nvPr/>
        </p:nvSpPr>
        <p:spPr>
          <a:xfrm>
            <a:off x="45720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you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altLang="ko-KR" dirty="0"/>
              <a:t>0a:96:cb:02:27:7f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altLang="ko-KR" dirty="0"/>
              <a:t>10.164.155.19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CustomShape 7"/>
          <p:cNvSpPr/>
          <p:nvPr/>
        </p:nvSpPr>
        <p:spPr>
          <a:xfrm>
            <a:off x="265176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me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it-IT" altLang="ko-KR" dirty="0"/>
              <a:t>90:de:80:0d:ed:2c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&lt;</a:t>
            </a:r>
            <a:r>
              <a:rPr lang="en-US" altLang="ko-KR" dirty="0"/>
              <a:t>10.164.155.20</a:t>
            </a: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&gt;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95</Words>
  <Application>Microsoft Office PowerPoint</Application>
  <PresentationFormat>사용자 지정</PresentationFormat>
  <Paragraphs>49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12</vt:i4>
      </vt:variant>
      <vt:variant>
        <vt:lpstr>슬라이드 제목</vt:lpstr>
      </vt:variant>
      <vt:variant>
        <vt:i4>1</vt:i4>
      </vt:variant>
    </vt:vector>
  </HeadingPairs>
  <TitlesOfParts>
    <vt:vector size="16" baseType="lpstr">
      <vt:lpstr>Arial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dc:description/>
  <cp:lastModifiedBy>동훈 김</cp:lastModifiedBy>
  <cp:revision>19</cp:revision>
  <dcterms:created xsi:type="dcterms:W3CDTF">2020-04-02T04:51:22Z</dcterms:created>
  <dcterms:modified xsi:type="dcterms:W3CDTF">2026-04-07T14:37:03Z</dcterms:modified>
  <dc:language>en-US</dc:language>
</cp:coreProperties>
</file>